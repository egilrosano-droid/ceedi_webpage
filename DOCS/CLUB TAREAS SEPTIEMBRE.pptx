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Wednesday, August 11,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110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4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7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8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279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1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7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2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6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Wednesday, August 11,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5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August 11, 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92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45" r:id="rId6"/>
    <p:sldLayoutId id="2147483841" r:id="rId7"/>
    <p:sldLayoutId id="2147483842" r:id="rId8"/>
    <p:sldLayoutId id="2147483843" r:id="rId9"/>
    <p:sldLayoutId id="2147483844" r:id="rId10"/>
    <p:sldLayoutId id="214748384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66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0" name="Oval 68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Freeform: Shape 70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22" name="Rectangle 72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438B26-7CF1-477E-BB6C-5BD7ED779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1412" y="549275"/>
            <a:ext cx="5437185" cy="199785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4800"/>
              <a:t>CLUB DE TAREAS</a:t>
            </a:r>
          </a:p>
        </p:txBody>
      </p:sp>
      <p:pic>
        <p:nvPicPr>
          <p:cNvPr id="6" name="Gráfico 5" descr="Aprendizaje remoto de matemáticas contorno">
            <a:extLst>
              <a:ext uri="{FF2B5EF4-FFF2-40B4-BE49-F238E27FC236}">
                <a16:creationId xmlns:a16="http://schemas.microsoft.com/office/drawing/2014/main" id="{C07B33BF-2F3F-4A9E-98BC-E5C22F14E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404" y="1785726"/>
            <a:ext cx="4189304" cy="4189304"/>
          </a:xfrm>
          <a:custGeom>
            <a:avLst/>
            <a:gdLst/>
            <a:ahLst/>
            <a:cxnLst/>
            <a:rect l="l" t="t" r="r" b="b"/>
            <a:pathLst>
              <a:path w="5092062" h="5759450">
                <a:moveTo>
                  <a:pt x="0" y="0"/>
                </a:moveTo>
                <a:lnTo>
                  <a:pt x="5092062" y="0"/>
                </a:lnTo>
                <a:lnTo>
                  <a:pt x="5092062" y="5759450"/>
                </a:lnTo>
                <a:lnTo>
                  <a:pt x="0" y="5759450"/>
                </a:lnTo>
                <a:close/>
              </a:path>
            </a:pathLst>
          </a:cu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15D41DB2-C341-4B4F-B8DC-EF9065D2C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1410" y="2677306"/>
            <a:ext cx="5437187" cy="3415519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Desayuno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comida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Transporte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 Club de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tareas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la Escuela y de la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escuela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 club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Apoyo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tareas</a:t>
            </a:r>
            <a:endParaRPr lang="en-US" sz="1700" b="1" dirty="0">
              <a:solidFill>
                <a:schemeClr val="tx1">
                  <a:alpha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Clases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regularización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Inglés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Español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Matemáticas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trabajo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constante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actividades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diarias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ACTIVIDADES FISICAS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1700" b="1" dirty="0">
              <a:solidFill>
                <a:schemeClr val="tx1">
                  <a:alpha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228600">
              <a:buFont typeface="Arial" panose="020B0604020202020204" pitchFamily="34" charset="0"/>
              <a:buChar char="•"/>
            </a:pPr>
            <a:endParaRPr lang="en-US" sz="1700" b="1" dirty="0">
              <a:solidFill>
                <a:schemeClr val="tx1">
                  <a:alpha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C234C6-BDFE-440F-8ECA-3DB6931D8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98" y="168968"/>
            <a:ext cx="2841785" cy="111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77440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318650-B50D-4868-8228-FC1E74373B3F}">
  <we:reference id="wa104380907" version="3.0.0.0" store="es-ES" storeType="OMEX"/>
  <we:alternateReferences>
    <we:reference id="wa104380907" version="3.0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40</Words>
  <Application>Microsoft Office PowerPoint</Application>
  <PresentationFormat>Panorámica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Sitka Heading</vt:lpstr>
      <vt:lpstr>Source Sans Pro</vt:lpstr>
      <vt:lpstr>3DFloatVTI</vt:lpstr>
      <vt:lpstr>CLUB DE TAREAS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 DE TAREAS</dc:title>
  <dc:creator>Margarita Puente Aguilar</dc:creator>
  <cp:lastModifiedBy>ceedi luz maria serradell</cp:lastModifiedBy>
  <cp:revision>9</cp:revision>
  <dcterms:created xsi:type="dcterms:W3CDTF">2021-06-18T15:40:22Z</dcterms:created>
  <dcterms:modified xsi:type="dcterms:W3CDTF">2021-08-11T16:51:02Z</dcterms:modified>
</cp:coreProperties>
</file>